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27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52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04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88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7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80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03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88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5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22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33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180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656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52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984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25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11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CC5663F-C55C-4A6C-9597-ED25F89493C3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D3CA-9729-4B9E-8FE4-0EB4AD20B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923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8CC35-3F10-003C-E8B1-F306AC386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0143" y="3985205"/>
            <a:ext cx="8825658" cy="410305"/>
          </a:xfrm>
        </p:spPr>
        <p:txBody>
          <a:bodyPr/>
          <a:lstStyle/>
          <a:p>
            <a:pPr algn="ctr"/>
            <a:r>
              <a:rPr lang="ru-RU" sz="2800" dirty="0"/>
              <a:t>Методы коррекции и профилактики неблагоприятных состояний в труде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9743538-54DC-1E8B-017A-485A97D85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8032" y="5202238"/>
            <a:ext cx="3553968" cy="1655762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Реферат выполнил студент группы ДИФ-15 Кузургалиев Р.А. 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F19607E3-0C9B-A397-8BFA-383E750840D7}"/>
              </a:ext>
            </a:extLst>
          </p:cNvPr>
          <p:cNvSpPr txBox="1">
            <a:spLocks/>
          </p:cNvSpPr>
          <p:nvPr/>
        </p:nvSpPr>
        <p:spPr>
          <a:xfrm>
            <a:off x="4550664" y="6447695"/>
            <a:ext cx="3404616" cy="4103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2025</a:t>
            </a:r>
          </a:p>
        </p:txBody>
      </p:sp>
    </p:spTree>
    <p:extLst>
      <p:ext uri="{BB962C8B-B14F-4D97-AF65-F5344CB8AC3E}">
        <p14:creationId xmlns:p14="http://schemas.microsoft.com/office/powerpoint/2010/main" val="125148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01A6E-9611-26F1-39A8-7542D75A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режима труда и отдыха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204DE2-DB6F-BD58-9C11-072745697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Один из самых простых и важных методов — правильная организация перерывов. Короткие паузы в работе (5-20 минут) и даже </a:t>
            </a:r>
            <a:r>
              <a:rPr lang="ru-RU" dirty="0" err="1"/>
              <a:t>микроперерывы</a:t>
            </a:r>
            <a:r>
              <a:rPr lang="ru-RU" dirty="0"/>
              <a:t> в 1-3 минуты часто эффективнее одного долгого отдыха. Ключевое правило: делать перерыв нужно до того, как наступила сильная усталость. Цель такого отдыха — настоящее восстановление сил, а не просто формальная длительность.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233221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03C62-C09F-B1ED-1886-B497B174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средства коррекции. Музыка и питание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9B38A-0C95-6BE4-8D7A-CDE7B5274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Фоновая музыка на рабочем месте помогает задать ритм работы, поднять настроение и снизить монотонность. Самый эффективный режим — короткие сеансы по 10-15 минут несколько раз в день. Не менее важна еда. Полноценное питание — это основа энергии. Особенно важен завтрак. Часто лучше есть понемногу, но чаще, чтобы поддерживать стабильный уровень сил.</a:t>
            </a:r>
          </a:p>
        </p:txBody>
      </p:sp>
    </p:spTree>
    <p:extLst>
      <p:ext uri="{BB962C8B-B14F-4D97-AF65-F5344CB8AC3E}">
        <p14:creationId xmlns:p14="http://schemas.microsoft.com/office/powerpoint/2010/main" val="425085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4B141-A18B-A2BD-CB3B-19D1CED3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Фармакология и психологические техники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2A510-94D0-6B3B-DC06-5FD877EBC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8127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Иногда для коррекции состояния могут использоваться лекарственные средства, такие как витамины или адаптогены. Однако их применение связано с рисками и побочными эффектами, поэтому это крайняя мера. Гипноз и внушение эффективны для снятия острого стресса или тревоги, но их применение сложно организовать. Более безопасная и доступная альтернатива — техники самовнушения.</a:t>
            </a:r>
          </a:p>
        </p:txBody>
      </p:sp>
    </p:spTree>
    <p:extLst>
      <p:ext uri="{BB962C8B-B14F-4D97-AF65-F5344CB8AC3E}">
        <p14:creationId xmlns:p14="http://schemas.microsoft.com/office/powerpoint/2010/main" val="416420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4B141-A18B-A2BD-CB3B-19D1CED3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Профессиональная и психологическая подготовка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2A510-94D0-6B3B-DC06-5FD877EBC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8127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Уверенность и устойчивость к стрессу повышает качественная профессиональная подготовка. Обучение на тренажерах и моделирование сложных, нештатных ситуаций позволяют отработать навыки. Также полезна «мысленная репетиция» или идеомоторная тренировка, когда человек в уме проигрывает свои будущие действия. Это снижает тревогу и повышает готовность к реальным трудностям.</a:t>
            </a:r>
          </a:p>
        </p:txBody>
      </p:sp>
    </p:spTree>
    <p:extLst>
      <p:ext uri="{BB962C8B-B14F-4D97-AF65-F5344CB8AC3E}">
        <p14:creationId xmlns:p14="http://schemas.microsoft.com/office/powerpoint/2010/main" val="388983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8A45B-1478-0223-DAAA-9FD8C721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активность на рабочем месте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6F174-0E3E-2E9E-1A9B-AE02BECB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Небольшая физическая активность прямо на рабочем месте помогает быстро взбодриться или снять напряжение. Это может быть производственная гимнастика — короткая разминка. Изометрическая гимнастика — это напряжение мышц без движения, ее можно делать даже сидя за столом. Самый простой и быстрый способ регуляции — дыхательные упражнения: несколько глубоких вдохов и выдохов помогают успокоиться или собраться.</a:t>
            </a:r>
          </a:p>
        </p:txBody>
      </p:sp>
    </p:spTree>
    <p:extLst>
      <p:ext uri="{BB962C8B-B14F-4D97-AF65-F5344CB8AC3E}">
        <p14:creationId xmlns:p14="http://schemas.microsoft.com/office/powerpoint/2010/main" val="246487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B3CE3-3E9E-3745-7608-4D92BA09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Техники психической саморегуляции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EBE52C-358B-CB40-034F-C8013DF12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280" y="2052918"/>
            <a:ext cx="8946541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Это навыки управления своим психологическим состоянием. Прогрессивная релаксация — это последовательное напряжение и расслабление мышц тела, что снимает общее напряжение. Аутогенная тренировка — более глубокая техника, где с помощью самовнушения и мысленных образов человек учится вызывать у себя состояние тяжести, тепла, спокойствия и тем самым восстанавливать силы.</a:t>
            </a:r>
          </a:p>
        </p:txBody>
      </p:sp>
    </p:spTree>
    <p:extLst>
      <p:ext uri="{BB962C8B-B14F-4D97-AF65-F5344CB8AC3E}">
        <p14:creationId xmlns:p14="http://schemas.microsoft.com/office/powerpoint/2010/main" val="1346253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6C4D9-4FEE-34A0-1F8F-FFD5FF33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эффективности: Биологическая обратная связь (БОС)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AF90E-C747-4210-96FF-1E7FE488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Это современный высокотехнологичный метод. К человеку подключаются датчики, которые показывают на экране компьютера его физиологические показатели в реальном времени: пульс, мышечное напряжение, активность мозга. Видя эту обратную связь, человек учится осознанно управлять процессами в своем организме, например, снижать частоту пульса или расслаблять мышцы.</a:t>
            </a:r>
          </a:p>
        </p:txBody>
      </p:sp>
    </p:spTree>
    <p:extLst>
      <p:ext uri="{BB962C8B-B14F-4D97-AF65-F5344CB8AC3E}">
        <p14:creationId xmlns:p14="http://schemas.microsoft.com/office/powerpoint/2010/main" val="192721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7F796-72C9-2FF6-CE3F-AB8460E8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2885022"/>
            <a:ext cx="9404723" cy="140053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64237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460</Words>
  <Application>Microsoft Office PowerPoint</Application>
  <PresentationFormat>Широкоэкранный</PresentationFormat>
  <Paragraphs>18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Ион</vt:lpstr>
      <vt:lpstr>Методы коррекции и профилактики неблагоприятных состояний в труде</vt:lpstr>
      <vt:lpstr>Оптимизация режима труда и отдыха</vt:lpstr>
      <vt:lpstr>Внешние средства коррекции. Музыка и питание</vt:lpstr>
      <vt:lpstr>Фармакология и психологические техники</vt:lpstr>
      <vt:lpstr>Профессиональная и психологическая подготовка</vt:lpstr>
      <vt:lpstr>Физическая активность на рабочем месте</vt:lpstr>
      <vt:lpstr>Техники психической саморегуляции</vt:lpstr>
      <vt:lpstr>Инструмент эффективности: Биологическая обратная связь (БОС)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коррекции и профилактики неблагоприятных состояний в труде</dc:title>
  <dc:creator>Радмир Кузургалиев</dc:creator>
  <cp:lastModifiedBy>PR P.</cp:lastModifiedBy>
  <cp:revision>8</cp:revision>
  <dcterms:created xsi:type="dcterms:W3CDTF">2025-10-21T18:35:11Z</dcterms:created>
  <dcterms:modified xsi:type="dcterms:W3CDTF">2025-12-01T12:27:49Z</dcterms:modified>
</cp:coreProperties>
</file>