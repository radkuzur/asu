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CE40B-B7EC-4116-8730-6F8258625510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F53E-8C09-4EDB-BD40-6DF75F7C32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3845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CE40B-B7EC-4116-8730-6F8258625510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F53E-8C09-4EDB-BD40-6DF75F7C32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5849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CE40B-B7EC-4116-8730-6F8258625510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F53E-8C09-4EDB-BD40-6DF75F7C32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8792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CE40B-B7EC-4116-8730-6F8258625510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F53E-8C09-4EDB-BD40-6DF75F7C32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5287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CE40B-B7EC-4116-8730-6F8258625510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F53E-8C09-4EDB-BD40-6DF75F7C32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8680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CE40B-B7EC-4116-8730-6F8258625510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F53E-8C09-4EDB-BD40-6DF75F7C32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0786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CE40B-B7EC-4116-8730-6F8258625510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F53E-8C09-4EDB-BD40-6DF75F7C32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9757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CE40B-B7EC-4116-8730-6F8258625510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F53E-8C09-4EDB-BD40-6DF75F7C32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4852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CE40B-B7EC-4116-8730-6F8258625510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F53E-8C09-4EDB-BD40-6DF75F7C32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5833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CE40B-B7EC-4116-8730-6F8258625510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F53E-8C09-4EDB-BD40-6DF75F7C32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0673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CE40B-B7EC-4116-8730-6F8258625510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F53E-8C09-4EDB-BD40-6DF75F7C32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12783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CE40B-B7EC-4116-8730-6F8258625510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F53E-8C09-4EDB-BD40-6DF75F7C3268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79062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CE40B-B7EC-4116-8730-6F8258625510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F53E-8C09-4EDB-BD40-6DF75F7C32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23070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CE40B-B7EC-4116-8730-6F8258625510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F53E-8C09-4EDB-BD40-6DF75F7C32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02502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CE40B-B7EC-4116-8730-6F8258625510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F53E-8C09-4EDB-BD40-6DF75F7C32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90300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CE40B-B7EC-4116-8730-6F8258625510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F53E-8C09-4EDB-BD40-6DF75F7C32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57603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CE40B-B7EC-4116-8730-6F8258625510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F53E-8C09-4EDB-BD40-6DF75F7C32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8088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2CE40B-B7EC-4116-8730-6F8258625510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D5F53E-8C09-4EDB-BD40-6DF75F7C32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703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07F894-46BB-511C-FF70-FD7E88854C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52927"/>
            <a:ext cx="9144000" cy="65703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28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Научные метрики мировых и отечественных научных журналов</a:t>
            </a:r>
            <a:endParaRPr lang="ru-RU" sz="28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AC54385-BAB6-A844-0871-8FA2FBBC39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75904" y="5175504"/>
            <a:ext cx="3816096" cy="1682496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Презентацию выполнил студент группы ДИФ-15 Кузургалиев Р.А. </a:t>
            </a:r>
          </a:p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1FBBA400-879C-58B5-CEB1-FA22EF5EC8B4}"/>
              </a:ext>
            </a:extLst>
          </p:cNvPr>
          <p:cNvSpPr txBox="1">
            <a:spLocks/>
          </p:cNvSpPr>
          <p:nvPr/>
        </p:nvSpPr>
        <p:spPr>
          <a:xfrm>
            <a:off x="4550664" y="6447695"/>
            <a:ext cx="3404616" cy="41030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Астрахань 2025</a:t>
            </a:r>
          </a:p>
        </p:txBody>
      </p:sp>
    </p:spTree>
    <p:extLst>
      <p:ext uri="{BB962C8B-B14F-4D97-AF65-F5344CB8AC3E}">
        <p14:creationId xmlns:p14="http://schemas.microsoft.com/office/powerpoint/2010/main" val="588700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36E238-C624-3AA8-0EC4-8ECC8B71B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98566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Назначение разделов сайта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B6E669-BB15-1BB8-1D9F-A3C081E13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9917614" cy="4352364"/>
          </a:xfrm>
        </p:spPr>
        <p:txBody>
          <a:bodyPr>
            <a:normAutofit/>
          </a:bodyPr>
          <a:lstStyle/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Journal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Rankings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Этот раздел предназначен для анализа и сравнения научных журналов. Он позволяет искать журналы по названию, предметной области или категории, просматривать их рейтинги (SJR, H-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index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), квартили (Q1-Q4) и другие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библиометрические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показатели. Это основной инструмент для исследователей, выбирающих журнал для публикации.</a:t>
            </a: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Country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Rankings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Раздел предоставляет возможность сравнивать научную продуктивность и влияние разных стран. Здесь можно увидеть рейтинги стран по таким показателям, как количество документов, цитирований, H-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index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 др., а также проанализировать структуру научных исследований в каждой стране.</a:t>
            </a: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Viz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Tools (Инструменты визуализации):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Этот раздел содержит набор интерактивных инструментов для визуального анализа данных. Наиболее популярный — "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Subject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Bubble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Chart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 (Пузырьковая диаграмма предметных областей), который позволяет наглядно сравнивать страны и научные направления по объему публикаций и цитируемости.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870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BD1E9C-969A-B528-1852-BBBF78AF5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ТОП-5 по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Science(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Мир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BEDD4B-8B91-8A2E-2628-8F10A865D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B36AEDF-3799-7BE0-DD16-BC315CD43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0989"/>
            <a:ext cx="12248504" cy="495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022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5BF247-0B06-46F4-8553-06073B5D9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ТОП-5 по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(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Россия)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DE80EB-07C7-9C42-199D-57F6DD8F0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5DE8E15-5E37-72DE-FA65-CF0058314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3248"/>
            <a:ext cx="12192000" cy="500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776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A74B31-5D6E-CE19-9E7A-108388E17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9262C9-B477-9479-833B-4490FB9AE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BAB6B42-F0E3-3396-F523-2FBA87C35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559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6C0F71-B99E-3C8F-BF79-4B3EA9EF3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636EAD94-35BA-8525-3BDD-DC7320F548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7010400" cy="684685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AB282E1-9FE3-2EC0-0A78-8E4FC925D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9607" y="0"/>
            <a:ext cx="5301025" cy="684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171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58F4F0-9884-0F0E-D283-CCEDED74B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930DC7-09D8-1DD9-B823-EB1E877B3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42FCA4-B1DA-0E7B-7BE5-D8335E17B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39547"/>
            <a:ext cx="7427495" cy="691986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0ED57E1-D498-133F-27D5-1818B6B19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541" y="0"/>
            <a:ext cx="51374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832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11B006-499B-7B3D-455E-27F91BDC7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2750128"/>
            <a:ext cx="9404723" cy="140053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3808462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30</TotalTime>
  <Words>180</Words>
  <Application>Microsoft Office PowerPoint</Application>
  <PresentationFormat>Широкоэкранный</PresentationFormat>
  <Paragraphs>10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Century Gothic</vt:lpstr>
      <vt:lpstr>Symbol</vt:lpstr>
      <vt:lpstr>Times New Roman</vt:lpstr>
      <vt:lpstr>Wingdings 3</vt:lpstr>
      <vt:lpstr>Ион</vt:lpstr>
      <vt:lpstr>Научные метрики мировых и отечественных научных журналов</vt:lpstr>
      <vt:lpstr>Назначение разделов сайта</vt:lpstr>
      <vt:lpstr>ТОП-5 по Computer Science(Мир)</vt:lpstr>
      <vt:lpstr>ТОП-5 по Computer Science (Россия)</vt:lpstr>
      <vt:lpstr>Презентация PowerPoint</vt:lpstr>
      <vt:lpstr>Презентация PowerPoint</vt:lpstr>
      <vt:lpstr>Презентация PowerPoint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Радмир Кузургалиев</dc:creator>
  <cp:lastModifiedBy>Радмир Кузургалиев</cp:lastModifiedBy>
  <cp:revision>9</cp:revision>
  <dcterms:created xsi:type="dcterms:W3CDTF">2025-09-18T15:49:10Z</dcterms:created>
  <dcterms:modified xsi:type="dcterms:W3CDTF">2025-11-09T07:25:45Z</dcterms:modified>
</cp:coreProperties>
</file>