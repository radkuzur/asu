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8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4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79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28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68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78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75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85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3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67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278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9062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307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250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03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760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08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2CE40B-B7EC-4116-8730-6F8258625510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0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7F894-46BB-511C-FF70-FD7E88854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2927"/>
            <a:ext cx="9144000" cy="65703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научного исследования в Computer Science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C54385-BAB6-A844-0871-8FA2FBBC3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5904" y="5175504"/>
            <a:ext cx="3816096" cy="1682496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Реферат выполнил студент группы ДИФ-15 Кузургалиев Р.А. 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FBBA400-879C-58B5-CEB1-FA22EF5EC8B4}"/>
              </a:ext>
            </a:extLst>
          </p:cNvPr>
          <p:cNvSpPr txBox="1">
            <a:spLocks/>
          </p:cNvSpPr>
          <p:nvPr/>
        </p:nvSpPr>
        <p:spPr>
          <a:xfrm>
            <a:off x="4550664" y="6447695"/>
            <a:ext cx="3404616" cy="410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2025</a:t>
            </a:r>
          </a:p>
        </p:txBody>
      </p:sp>
    </p:spTree>
    <p:extLst>
      <p:ext uri="{BB962C8B-B14F-4D97-AF65-F5344CB8AC3E}">
        <p14:creationId xmlns:p14="http://schemas.microsoft.com/office/powerpoint/2010/main" val="58870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92846-3680-55A4-B7CC-FC1727BC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мы исследуем?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E3ED35-FD27-594E-3951-31DC94223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294183" cy="4195481"/>
          </a:xfrm>
        </p:spPr>
        <p:txBody>
          <a:bodyPr/>
          <a:lstStyle/>
          <a:p>
            <a:pPr algn="just"/>
            <a:r>
              <a:rPr lang="ru-RU" dirty="0"/>
              <a:t>Computer Science — это уникальная область, где объектом изучения часто становятся созданные нами же миры: алгоритмы, программы, сети и интерфейсы.</a:t>
            </a:r>
            <a:r>
              <a:rPr lang="en-US" dirty="0"/>
              <a:t> </a:t>
            </a:r>
            <a:r>
              <a:rPr lang="ru-RU" dirty="0"/>
              <a:t>Она определяет и уникальный набор методов, сочетающий строгость математики, подходы естественных наук и инженерное творчество.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D Computer Science Backgrounds | PixelsTalk.Net">
            <a:extLst>
              <a:ext uri="{FF2B5EF4-FFF2-40B4-BE49-F238E27FC236}">
                <a16:creationId xmlns:a16="http://schemas.microsoft.com/office/drawing/2014/main" id="{C2B0FE54-5404-A485-C0C6-CCAC9D14C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122" y="2052918"/>
            <a:ext cx="4447886" cy="250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76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C440C-D78C-BC68-AD1D-E4482A4C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абстракции: Теоретический метод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F579A9A-9B2F-51D6-FF6F-B6E0BE34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001575" cy="4195481"/>
          </a:xfrm>
        </p:spPr>
        <p:txBody>
          <a:bodyPr/>
          <a:lstStyle/>
          <a:p>
            <a:pPr algn="just"/>
            <a:r>
              <a:rPr lang="ru-RU" dirty="0"/>
              <a:t>Исследователи работают с формальными моделями — графами, автоматами, логическими исчислениями.</a:t>
            </a:r>
          </a:p>
          <a:p>
            <a:pPr algn="just"/>
            <a:r>
              <a:rPr lang="ru-RU" dirty="0"/>
              <a:t>Их задача — не запустить код, а строго доказать фундаментальные свойства. Например, что задача останова алгоритмически неразрешима, или что временная сложность алгоритма не может быть ниже O(n log n).</a:t>
            </a:r>
          </a:p>
          <a:p>
            <a:pPr algn="just"/>
            <a:r>
              <a:rPr lang="ru-RU" dirty="0"/>
              <a:t>Результатом становятся не данные измерений, а теоремы и доказательства, формирующие основу всей дисциплины.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ownload Free Computer Science Wallpapers | PixelsTalk.Net">
            <a:extLst>
              <a:ext uri="{FF2B5EF4-FFF2-40B4-BE49-F238E27FC236}">
                <a16:creationId xmlns:a16="http://schemas.microsoft.com/office/drawing/2014/main" id="{9F1E1541-D540-4375-E227-387802F00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247" y="2203747"/>
            <a:ext cx="4521546" cy="343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31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293BB-7FD1-24E4-AC7E-30A16EEE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 в процессоре: Эксперимент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CE2FC3A-F7B6-FDED-5B45-80CFC569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394768" cy="4195481"/>
          </a:xfrm>
        </p:spPr>
        <p:txBody>
          <a:bodyPr/>
          <a:lstStyle/>
          <a:p>
            <a:pPr algn="just"/>
            <a:r>
              <a:rPr lang="ru-RU" dirty="0"/>
              <a:t>Ученые создают гипотезу: «наш алгоритм работает быстрее в условиях неопределенности». Затем они планируют эксперимент, собирают данные — замеры времени, объемы трафика, показатели потребления памяти — и подвергают их строгому статистическому анализу.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HD Computer Science Backgrounds | PixelsTalk.Net">
            <a:extLst>
              <a:ext uri="{FF2B5EF4-FFF2-40B4-BE49-F238E27FC236}">
                <a16:creationId xmlns:a16="http://schemas.microsoft.com/office/drawing/2014/main" id="{4CA2B54F-CEB6-00BC-DC4F-EBC6F1EB48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D Computer Science Backgrounds | PixelsTalk.Net">
            <a:extLst>
              <a:ext uri="{FF2B5EF4-FFF2-40B4-BE49-F238E27FC236}">
                <a16:creationId xmlns:a16="http://schemas.microsoft.com/office/drawing/2014/main" id="{95D2D751-CF3D-343F-B786-6F0D46BC48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HD Computer Science Backgrounds | PixelsTalk.Net">
            <a:extLst>
              <a:ext uri="{FF2B5EF4-FFF2-40B4-BE49-F238E27FC236}">
                <a16:creationId xmlns:a16="http://schemas.microsoft.com/office/drawing/2014/main" id="{F50FD1F2-2317-72D7-AA06-E50D495E6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8" descr="HD Computer Science Backgrounds | PixelsTalk.Net">
            <a:extLst>
              <a:ext uri="{FF2B5EF4-FFF2-40B4-BE49-F238E27FC236}">
                <a16:creationId xmlns:a16="http://schemas.microsoft.com/office/drawing/2014/main" id="{49BFDF02-B57A-E117-1FD1-FC65CD36E1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1F1E8-39B1-3A93-7FC0-C1D0B3D6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1" y="1890712"/>
            <a:ext cx="45148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9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16E8C-05A4-8315-4771-8A3E0031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Виртуальный полигон: Моделирование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4C8D89-C77E-B5D4-C543-A10C2B32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138736" cy="4195481"/>
          </a:xfrm>
        </p:spPr>
        <p:txBody>
          <a:bodyPr/>
          <a:lstStyle/>
          <a:p>
            <a:pPr algn="just"/>
            <a:r>
              <a:rPr lang="ru-RU" dirty="0"/>
              <a:t>Как проверить отказоустойчивость глобальной сети или эффективность нового протокола маршрутизации? Строить её — дорого и рискованно.</a:t>
            </a:r>
          </a:p>
          <a:p>
            <a:pPr algn="just"/>
            <a:r>
              <a:rPr lang="ru-RU" dirty="0"/>
              <a:t>Решение — компьютерное моделирование. Исследователи создают точную цифровую копию системы, своего рода виртуальный полигон, где можно безопасно воссоздать любые, даже самые критические сценарии.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Основные этапы развития Интернета Мы получили">
            <a:extLst>
              <a:ext uri="{FF2B5EF4-FFF2-40B4-BE49-F238E27FC236}">
                <a16:creationId xmlns:a16="http://schemas.microsoft.com/office/drawing/2014/main" id="{76E46557-CAB7-A089-A5CE-E47EB1A54D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Основные этапы развития Интернета Мы получили">
            <a:extLst>
              <a:ext uri="{FF2B5EF4-FFF2-40B4-BE49-F238E27FC236}">
                <a16:creationId xmlns:a16="http://schemas.microsoft.com/office/drawing/2014/main" id="{8B978D31-2663-0F39-5EB3-0FC34664DE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CE0BE-9BC6-B921-5888-B071B548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449" y="2072557"/>
            <a:ext cx="4544505" cy="34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4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3034A-FBA2-2149-0DF7-70BF591B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Идея, воплощенная в коде: Инженерный метод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3E9AA96-25C9-F848-3BFD-2DA73E268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5836984" cy="4195481"/>
          </a:xfrm>
        </p:spPr>
        <p:txBody>
          <a:bodyPr/>
          <a:lstStyle/>
          <a:p>
            <a:pPr algn="just"/>
            <a:r>
              <a:rPr lang="ru-RU" dirty="0"/>
              <a:t>Разработка нового языка программирования, операционной системы или архитектуры базы данных — это не просто инженерия, а полноценное научное исследование. Созданный артефакт становится главным аргументом и результатом.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AI and machine learning: how computers and AI evolve together">
            <a:extLst>
              <a:ext uri="{FF2B5EF4-FFF2-40B4-BE49-F238E27FC236}">
                <a16:creationId xmlns:a16="http://schemas.microsoft.com/office/drawing/2014/main" id="{1EDB7991-5843-AA11-EE3D-64832AEF7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45D70-439D-8DEB-F683-8907041D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7" y="2052918"/>
            <a:ext cx="4935329" cy="27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4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5BE52-385C-3AAF-52EF-49A07FF7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гарантия: Формальная верификация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18AA94A-E600-2607-46F3-3A0F60578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5864416" cy="4195481"/>
          </a:xfrm>
        </p:spPr>
        <p:txBody>
          <a:bodyPr/>
          <a:lstStyle/>
          <a:p>
            <a:pPr algn="just"/>
            <a:r>
              <a:rPr lang="ru-RU" dirty="0"/>
              <a:t>Ядро микропроцессора, код управления самолетом или смарт-контракт должны работать безупречно.</a:t>
            </a:r>
          </a:p>
          <a:p>
            <a:pPr algn="just"/>
            <a:r>
              <a:rPr lang="ru-RU" dirty="0"/>
              <a:t>Формальная верификация предлагает высший уровень уверенности. Свойства системы записываются на языке логики, а специальные инструменты доказывают, что код им строго соответствует. Это не тестирование, а математическое доказательство корректности.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ownload Free Computer Science Wallpapers | PixelsTalk.Net">
            <a:extLst>
              <a:ext uri="{FF2B5EF4-FFF2-40B4-BE49-F238E27FC236}">
                <a16:creationId xmlns:a16="http://schemas.microsoft.com/office/drawing/2014/main" id="{E6DB4EEE-D067-019A-1653-D7D4F1D2D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29" y="2130458"/>
            <a:ext cx="512064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25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320FE-2156-789E-19E6-B454C864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Изучая контекст: Качественные методы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C816E64-3C49-9BD8-973A-5233E270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166167" cy="4195481"/>
          </a:xfrm>
        </p:spPr>
        <p:txBody>
          <a:bodyPr/>
          <a:lstStyle/>
          <a:p>
            <a:r>
              <a:rPr lang="ru-RU" dirty="0"/>
              <a:t>Технологии не существуют в вакууме. Чтобы понять, как команды разработчиков принимают решения, почему пользователи совершают ошибки в интерфейсе или как внедряются сложные системы, нужны иные подходы.</a:t>
            </a:r>
          </a:p>
          <a:p>
            <a:r>
              <a:rPr lang="ru-RU" dirty="0"/>
              <a:t>В ход идут методы из арсенала социологии: глубинное интервью, наблюдение, анализ конкретных случаев. Эти исследования дают не числа, а глубокое понимание человеческого фактора — ключевого элемента любой IT-системы.</a:t>
            </a:r>
          </a:p>
        </p:txBody>
      </p:sp>
      <p:pic>
        <p:nvPicPr>
          <p:cNvPr id="7170" name="Picture 2" descr="¿Cuáles serán las ciberamenazas más peligrosas de 2020? - La Tercera">
            <a:extLst>
              <a:ext uri="{FF2B5EF4-FFF2-40B4-BE49-F238E27FC236}">
                <a16:creationId xmlns:a16="http://schemas.microsoft.com/office/drawing/2014/main" id="{7D3B7DED-36ED-46D1-2FD7-61246FDE8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66" y="2295217"/>
            <a:ext cx="4843336" cy="322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147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83BA7-C494-9195-A5C7-9824DF97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30" y="480999"/>
            <a:ext cx="9404723" cy="140053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Единство в многообразии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A57E47-04D5-2768-065D-1CF61A91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970072" cy="4195481"/>
          </a:xfrm>
        </p:spPr>
        <p:txBody>
          <a:bodyPr>
            <a:normAutofit/>
          </a:bodyPr>
          <a:lstStyle/>
          <a:p>
            <a:r>
              <a:rPr lang="ru-RU" dirty="0"/>
              <a:t>Современный исследователь в области IT — это часто и теоретик, и экспериментатор, и инженер.</a:t>
            </a:r>
          </a:p>
          <a:p>
            <a:r>
              <a:rPr lang="ru-RU" dirty="0"/>
              <a:t>Он может доказать теорему о сложности алгоритма, затем реализовать его и экспериментально сравнить с аналогами, а после — изучить, как его творение используется людьми.</a:t>
            </a:r>
          </a:p>
          <a:p>
            <a:r>
              <a:rPr lang="ru-RU" dirty="0"/>
              <a:t>Именно в этом синтезе методов — от строгих формальных доказательств до понимания человеческого поведения — и рождаются подлинные инновации, двигающие всю цифровую вселенную вперед.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805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461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Ион</vt:lpstr>
      <vt:lpstr>Методы научного исследования в Computer Science</vt:lpstr>
      <vt:lpstr>Что мы исследуем?</vt:lpstr>
      <vt:lpstr>Сила абстракции: Теоретический метод</vt:lpstr>
      <vt:lpstr>Лаборатория в процессоре: Эксперимент</vt:lpstr>
      <vt:lpstr>Виртуальный полигон: Моделирование</vt:lpstr>
      <vt:lpstr>Идея, воплощенная в коде: Инженерный метод</vt:lpstr>
      <vt:lpstr>Математическая гарантия: Формальная верификация</vt:lpstr>
      <vt:lpstr>Изучая контекст: Качественные методы</vt:lpstr>
      <vt:lpstr>Единство в многообразии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Радмир Кузургалиев</dc:creator>
  <cp:lastModifiedBy>Радмир Кузургалиев</cp:lastModifiedBy>
  <cp:revision>7</cp:revision>
  <dcterms:created xsi:type="dcterms:W3CDTF">2025-09-18T15:49:10Z</dcterms:created>
  <dcterms:modified xsi:type="dcterms:W3CDTF">2025-11-28T13:48:47Z</dcterms:modified>
</cp:coreProperties>
</file>