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1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0831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1560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851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756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718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3961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785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458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53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358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2277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36552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4168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9605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464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57454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135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178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  <p:sldLayoutId id="2147483778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err="1"/>
              <a:t>Проект</a:t>
            </a:r>
            <a:r>
              <a:rPr dirty="0"/>
              <a:t>: </a:t>
            </a:r>
            <a:r>
              <a:rPr dirty="0" err="1"/>
              <a:t>SmartTravel</a:t>
            </a:r>
            <a:r>
              <a:rPr dirty="0"/>
              <a:t> Planner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 err="1"/>
              <a:t>Умный</a:t>
            </a:r>
            <a:r>
              <a:rPr dirty="0"/>
              <a:t> </a:t>
            </a:r>
            <a:r>
              <a:rPr dirty="0" err="1"/>
              <a:t>сервис</a:t>
            </a:r>
            <a:r>
              <a:rPr dirty="0"/>
              <a:t> </a:t>
            </a:r>
            <a:r>
              <a:rPr dirty="0" err="1"/>
              <a:t>планирования</a:t>
            </a:r>
            <a:r>
              <a:rPr dirty="0"/>
              <a:t> </a:t>
            </a:r>
            <a:r>
              <a:rPr dirty="0" err="1"/>
              <a:t>путешествий</a:t>
            </a:r>
            <a:endParaRPr dirty="0"/>
          </a:p>
          <a:p>
            <a:r>
              <a:rPr dirty="0" err="1"/>
              <a:t>Автор</a:t>
            </a:r>
            <a:r>
              <a:rPr dirty="0"/>
              <a:t>: </a:t>
            </a:r>
            <a:r>
              <a:rPr lang="ru-RU" dirty="0"/>
              <a:t>Кузургалиев Радмир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Суть идеи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	</a:t>
            </a:r>
            <a:r>
              <a:rPr dirty="0" err="1"/>
              <a:t>SmartTravel</a:t>
            </a:r>
            <a:r>
              <a:rPr dirty="0"/>
              <a:t> Planner — </a:t>
            </a:r>
            <a:r>
              <a:rPr dirty="0" err="1"/>
              <a:t>это</a:t>
            </a:r>
            <a:r>
              <a:rPr dirty="0"/>
              <a:t> </a:t>
            </a:r>
            <a:r>
              <a:rPr dirty="0" err="1"/>
              <a:t>веб-приложение</a:t>
            </a:r>
            <a:r>
              <a:rPr dirty="0"/>
              <a:t>, </a:t>
            </a:r>
            <a:r>
              <a:rPr dirty="0" err="1"/>
              <a:t>которое</a:t>
            </a:r>
            <a:r>
              <a:rPr dirty="0"/>
              <a:t> </a:t>
            </a:r>
            <a:r>
              <a:rPr dirty="0" err="1"/>
              <a:t>автоматически</a:t>
            </a:r>
            <a:r>
              <a:rPr lang="ru-RU" dirty="0"/>
              <a:t>:</a:t>
            </a:r>
            <a:endParaRPr dirty="0"/>
          </a:p>
          <a:p>
            <a:r>
              <a:rPr lang="ru-RU" dirty="0"/>
              <a:t>С</a:t>
            </a:r>
            <a:r>
              <a:rPr dirty="0" err="1"/>
              <a:t>оздает</a:t>
            </a:r>
            <a:r>
              <a:rPr dirty="0"/>
              <a:t> </a:t>
            </a:r>
            <a:r>
              <a:rPr dirty="0" err="1"/>
              <a:t>персонализированные</a:t>
            </a:r>
            <a:r>
              <a:rPr dirty="0"/>
              <a:t> </a:t>
            </a:r>
            <a:r>
              <a:rPr dirty="0" err="1"/>
              <a:t>маршруты</a:t>
            </a:r>
            <a:r>
              <a:rPr dirty="0"/>
              <a:t> </a:t>
            </a:r>
            <a:r>
              <a:rPr dirty="0" err="1"/>
              <a:t>путешествий</a:t>
            </a:r>
            <a:r>
              <a:rPr lang="en-US" dirty="0"/>
              <a:t>.</a:t>
            </a:r>
            <a:endParaRPr dirty="0"/>
          </a:p>
          <a:p>
            <a:r>
              <a:rPr lang="ru-RU" dirty="0"/>
              <a:t>Н</a:t>
            </a:r>
            <a:r>
              <a:rPr dirty="0"/>
              <a:t>а </a:t>
            </a:r>
            <a:r>
              <a:rPr dirty="0" err="1"/>
              <a:t>основе</a:t>
            </a:r>
            <a:r>
              <a:rPr dirty="0"/>
              <a:t> </a:t>
            </a:r>
            <a:r>
              <a:rPr dirty="0" err="1"/>
              <a:t>интересов</a:t>
            </a:r>
            <a:r>
              <a:rPr dirty="0"/>
              <a:t>, </a:t>
            </a:r>
            <a:r>
              <a:rPr dirty="0" err="1"/>
              <a:t>бюджета</a:t>
            </a:r>
            <a:r>
              <a:rPr dirty="0"/>
              <a:t> и </a:t>
            </a:r>
            <a:r>
              <a:rPr dirty="0" err="1"/>
              <a:t>времени</a:t>
            </a:r>
            <a:r>
              <a:rPr dirty="0"/>
              <a:t> </a:t>
            </a:r>
            <a:r>
              <a:rPr dirty="0" err="1"/>
              <a:t>пользователя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Проблема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dirty="0" err="1"/>
              <a:t>Сложно</a:t>
            </a:r>
            <a:r>
              <a:rPr dirty="0"/>
              <a:t> </a:t>
            </a:r>
            <a:r>
              <a:rPr dirty="0" err="1"/>
              <a:t>планировать</a:t>
            </a:r>
            <a:r>
              <a:rPr dirty="0"/>
              <a:t> </a:t>
            </a:r>
            <a:r>
              <a:rPr dirty="0" err="1"/>
              <a:t>поездки</a:t>
            </a:r>
            <a:r>
              <a:rPr lang="en-US" dirty="0"/>
              <a:t>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 err="1"/>
              <a:t>Много</a:t>
            </a:r>
            <a:r>
              <a:rPr dirty="0"/>
              <a:t> </a:t>
            </a:r>
            <a:r>
              <a:rPr dirty="0" err="1"/>
              <a:t>информации</a:t>
            </a:r>
            <a:r>
              <a:rPr dirty="0"/>
              <a:t> в </a:t>
            </a:r>
            <a:r>
              <a:rPr dirty="0" err="1"/>
              <a:t>разных</a:t>
            </a:r>
            <a:r>
              <a:rPr dirty="0"/>
              <a:t> </a:t>
            </a:r>
            <a:r>
              <a:rPr dirty="0" err="1"/>
              <a:t>источниках</a:t>
            </a:r>
            <a:r>
              <a:rPr lang="en-US" dirty="0"/>
              <a:t>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 err="1"/>
              <a:t>Нет</a:t>
            </a:r>
            <a:r>
              <a:rPr dirty="0"/>
              <a:t> </a:t>
            </a:r>
            <a:r>
              <a:rPr dirty="0" err="1"/>
              <a:t>персонализации</a:t>
            </a:r>
            <a:r>
              <a:rPr lang="en-US" dirty="0"/>
              <a:t>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 err="1"/>
              <a:t>Трата</a:t>
            </a:r>
            <a:r>
              <a:rPr dirty="0"/>
              <a:t> </a:t>
            </a:r>
            <a:r>
              <a:rPr dirty="0" err="1"/>
              <a:t>времени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поиск</a:t>
            </a:r>
            <a:r>
              <a:rPr lang="en-US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Решение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dirty="0"/>
              <a:t>AI-</a:t>
            </a:r>
            <a:r>
              <a:rPr dirty="0" err="1"/>
              <a:t>генерация</a:t>
            </a:r>
            <a:r>
              <a:rPr dirty="0"/>
              <a:t> </a:t>
            </a:r>
            <a:r>
              <a:rPr dirty="0" err="1"/>
              <a:t>маршрутов</a:t>
            </a:r>
            <a:r>
              <a:rPr lang="en-US" dirty="0"/>
              <a:t>.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dirty="0" err="1"/>
              <a:t>Интеграция</a:t>
            </a:r>
            <a:r>
              <a:rPr dirty="0"/>
              <a:t> с </a:t>
            </a:r>
            <a:r>
              <a:rPr dirty="0" err="1"/>
              <a:t>картами</a:t>
            </a:r>
            <a:r>
              <a:rPr dirty="0"/>
              <a:t> и </a:t>
            </a:r>
            <a:r>
              <a:rPr dirty="0" err="1"/>
              <a:t>билетами</a:t>
            </a:r>
            <a:r>
              <a:rPr lang="en-US" dirty="0"/>
              <a:t>.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dirty="0" err="1"/>
              <a:t>Персонализация</a:t>
            </a:r>
            <a:r>
              <a:rPr lang="en-US" dirty="0"/>
              <a:t>.</a:t>
            </a: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dirty="0" err="1"/>
              <a:t>Готовый</a:t>
            </a:r>
            <a:r>
              <a:rPr dirty="0"/>
              <a:t> </a:t>
            </a:r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1 </a:t>
            </a:r>
            <a:r>
              <a:rPr dirty="0" err="1"/>
              <a:t>минуту</a:t>
            </a:r>
            <a:r>
              <a:rPr lang="en-US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Конкурентные преимущества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dirty="0" err="1"/>
              <a:t>Использование</a:t>
            </a:r>
            <a:r>
              <a:rPr dirty="0"/>
              <a:t> AI</a:t>
            </a:r>
            <a:r>
              <a:rPr lang="en-US" dirty="0"/>
              <a:t>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 err="1"/>
              <a:t>Быстрота</a:t>
            </a:r>
            <a:r>
              <a:rPr lang="en-US" dirty="0"/>
              <a:t>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 err="1"/>
              <a:t>Удобный</a:t>
            </a:r>
            <a:r>
              <a:rPr dirty="0"/>
              <a:t> </a:t>
            </a:r>
            <a:r>
              <a:rPr dirty="0" err="1"/>
              <a:t>интерфейс</a:t>
            </a:r>
            <a:r>
              <a:rPr lang="en-US" dirty="0"/>
              <a:t>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 err="1"/>
              <a:t>Экономия</a:t>
            </a:r>
            <a:r>
              <a:rPr dirty="0"/>
              <a:t> </a:t>
            </a:r>
            <a:r>
              <a:rPr dirty="0" err="1"/>
              <a:t>времени</a:t>
            </a:r>
            <a:r>
              <a:rPr dirty="0"/>
              <a:t> </a:t>
            </a:r>
            <a:r>
              <a:rPr dirty="0" err="1"/>
              <a:t>пользователя</a:t>
            </a:r>
            <a:r>
              <a:rPr lang="en-US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Технологии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dirty="0"/>
              <a:t>Backend: PHP (Laravel)</a:t>
            </a:r>
            <a:r>
              <a:rPr lang="ru-RU" dirty="0"/>
              <a:t>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/>
              <a:t>Frontend: Vue.js</a:t>
            </a:r>
            <a:r>
              <a:rPr lang="ru-RU" dirty="0"/>
              <a:t>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/>
              <a:t>БД: PostgreSQL</a:t>
            </a:r>
            <a:r>
              <a:rPr lang="ru-RU" dirty="0"/>
              <a:t>.</a:t>
            </a:r>
            <a:endParaRPr dirty="0"/>
          </a:p>
          <a:p>
            <a:pPr marL="514350" indent="-514350">
              <a:buFont typeface="+mj-lt"/>
              <a:buAutoNum type="arabicPeriod"/>
            </a:pPr>
            <a:r>
              <a:rPr dirty="0"/>
              <a:t>Redis, Docker</a:t>
            </a:r>
            <a:r>
              <a:rPr lang="ru-RU" dirty="0"/>
              <a:t>.</a:t>
            </a:r>
            <a:endParaRPr dirty="0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</TotalTime>
  <Words>113</Words>
  <Application>Microsoft Office PowerPoint</Application>
  <PresentationFormat>Экран (4:3)</PresentationFormat>
  <Paragraphs>27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9" baseType="lpstr">
      <vt:lpstr>Century Gothic</vt:lpstr>
      <vt:lpstr>Wingdings 3</vt:lpstr>
      <vt:lpstr>Ион</vt:lpstr>
      <vt:lpstr>Проект: SmartTravel Planner</vt:lpstr>
      <vt:lpstr>Суть идеи</vt:lpstr>
      <vt:lpstr>Проблема</vt:lpstr>
      <vt:lpstr>Решение</vt:lpstr>
      <vt:lpstr>Конкурентные преимущества</vt:lpstr>
      <vt:lpstr>Технологии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Радмир Кузургалиев</cp:lastModifiedBy>
  <cp:revision>6</cp:revision>
  <dcterms:created xsi:type="dcterms:W3CDTF">2013-01-27T09:14:16Z</dcterms:created>
  <dcterms:modified xsi:type="dcterms:W3CDTF">2026-04-20T16:06:02Z</dcterms:modified>
  <cp:category/>
</cp:coreProperties>
</file>