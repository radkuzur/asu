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1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4" d="100"/>
          <a:sy n="154" d="100"/>
        </p:scale>
        <p:origin x="2004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831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1560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851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97563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47181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5396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7855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458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32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58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2277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36552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4168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9605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85464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5745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35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17865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  <p:sldLayoutId id="2147483778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Проект</a:t>
            </a:r>
            <a:r>
              <a:rPr dirty="0"/>
              <a:t>: </a:t>
            </a:r>
            <a:r>
              <a:rPr dirty="0" err="1"/>
              <a:t>SmartTravel</a:t>
            </a:r>
            <a:r>
              <a:rPr dirty="0"/>
              <a:t> Planner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Умный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 </a:t>
            </a:r>
            <a:r>
              <a:rPr dirty="0" err="1"/>
              <a:t>планирования</a:t>
            </a:r>
            <a:r>
              <a:rPr dirty="0"/>
              <a:t> </a:t>
            </a:r>
            <a:r>
              <a:rPr dirty="0" err="1"/>
              <a:t>путешествий</a:t>
            </a:r>
            <a:endParaRPr dirty="0"/>
          </a:p>
          <a:p>
            <a:r>
              <a:rPr dirty="0" err="1"/>
              <a:t>Автор</a:t>
            </a:r>
            <a:r>
              <a:rPr dirty="0"/>
              <a:t>: </a:t>
            </a:r>
            <a:r>
              <a:rPr lang="ru-RU" dirty="0"/>
              <a:t>Кузургалиев Радмир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3974" y="552245"/>
            <a:ext cx="7055380" cy="1400530"/>
          </a:xfrm>
        </p:spPr>
        <p:txBody>
          <a:bodyPr/>
          <a:lstStyle/>
          <a:p>
            <a:r>
              <a:t>Проблема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967" y="1816550"/>
            <a:ext cx="4870580" cy="4677556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/>
              <a:t>	Международный туристический поток увеличивается с каждым годом. Туристам крайне сложно самостоятельно составлять удобные маршруты путешествий:</a:t>
            </a:r>
          </a:p>
          <a:p>
            <a:pPr marL="514350" indent="-514350">
              <a:buFont typeface="+mj-lt"/>
              <a:buAutoNum type="arabicPeriod"/>
            </a:pPr>
            <a:r>
              <a:rPr dirty="0" err="1"/>
              <a:t>Много</a:t>
            </a:r>
            <a:r>
              <a:rPr dirty="0"/>
              <a:t> </a:t>
            </a:r>
            <a:r>
              <a:rPr dirty="0" err="1"/>
              <a:t>информации</a:t>
            </a:r>
            <a:r>
              <a:rPr dirty="0"/>
              <a:t> в </a:t>
            </a:r>
            <a:r>
              <a:rPr dirty="0" err="1"/>
              <a:t>разных</a:t>
            </a:r>
            <a:r>
              <a:rPr dirty="0"/>
              <a:t> </a:t>
            </a:r>
            <a:r>
              <a:rPr dirty="0" err="1"/>
              <a:t>источниках</a:t>
            </a:r>
            <a:r>
              <a:rPr lang="en-US" dirty="0"/>
              <a:t>.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lang="ru-RU" dirty="0"/>
              <a:t>Невозможность</a:t>
            </a:r>
            <a:r>
              <a:rPr dirty="0"/>
              <a:t> </a:t>
            </a:r>
            <a:r>
              <a:rPr dirty="0" err="1"/>
              <a:t>персонализации</a:t>
            </a:r>
            <a:r>
              <a:rPr lang="en-US" dirty="0"/>
              <a:t>.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 err="1"/>
              <a:t>Трата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поиск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1026" name="Picture 2" descr="Туристический поток по России за минувший год увеличился на 8%">
            <a:extLst>
              <a:ext uri="{FF2B5EF4-FFF2-40B4-BE49-F238E27FC236}">
                <a16:creationId xmlns:a16="http://schemas.microsoft.com/office/drawing/2014/main" id="{39733351-BC21-401B-9155-13CA36EBC8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9041" y="2539191"/>
            <a:ext cx="3871882" cy="2238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err="1"/>
              <a:t>Суть</a:t>
            </a:r>
            <a:r>
              <a:rPr dirty="0"/>
              <a:t> </a:t>
            </a:r>
            <a:r>
              <a:rPr dirty="0" err="1"/>
              <a:t>идеи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810" y="2052925"/>
            <a:ext cx="4832872" cy="4640234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ru-RU" dirty="0"/>
              <a:t>	</a:t>
            </a:r>
            <a:r>
              <a:rPr dirty="0" err="1"/>
              <a:t>SmartTravel</a:t>
            </a:r>
            <a:r>
              <a:rPr dirty="0"/>
              <a:t> Planner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веб-приложение</a:t>
            </a:r>
            <a:r>
              <a:rPr dirty="0"/>
              <a:t>, </a:t>
            </a:r>
            <a:r>
              <a:rPr dirty="0" err="1"/>
              <a:t>которое</a:t>
            </a:r>
            <a:r>
              <a:rPr dirty="0"/>
              <a:t> </a:t>
            </a:r>
            <a:r>
              <a:rPr dirty="0" err="1"/>
              <a:t>автоматически</a:t>
            </a:r>
            <a:r>
              <a:rPr lang="ru-RU" dirty="0"/>
              <a:t>:</a:t>
            </a:r>
            <a:endParaRPr dirty="0"/>
          </a:p>
          <a:p>
            <a:pPr algn="just">
              <a:lnSpc>
                <a:spcPct val="150000"/>
              </a:lnSpc>
            </a:pPr>
            <a:r>
              <a:rPr lang="ru-RU" dirty="0"/>
              <a:t>С</a:t>
            </a:r>
            <a:r>
              <a:rPr dirty="0" err="1"/>
              <a:t>оздает</a:t>
            </a:r>
            <a:r>
              <a:rPr dirty="0"/>
              <a:t> </a:t>
            </a:r>
            <a:r>
              <a:rPr dirty="0" err="1"/>
              <a:t>персонализированные</a:t>
            </a:r>
            <a:r>
              <a:rPr lang="ru-RU" dirty="0"/>
              <a:t> (оптимальные)</a:t>
            </a:r>
            <a:r>
              <a:rPr dirty="0"/>
              <a:t> </a:t>
            </a:r>
            <a:r>
              <a:rPr lang="ru-RU" dirty="0"/>
              <a:t>путешествия.</a:t>
            </a:r>
            <a:endParaRPr dirty="0"/>
          </a:p>
          <a:p>
            <a:pPr algn="just">
              <a:lnSpc>
                <a:spcPct val="150000"/>
              </a:lnSpc>
            </a:pPr>
            <a:r>
              <a:rPr lang="ru-RU" dirty="0"/>
              <a:t>Н</a:t>
            </a:r>
            <a:r>
              <a:rPr dirty="0"/>
              <a:t>а </a:t>
            </a:r>
            <a:r>
              <a:rPr dirty="0" err="1"/>
              <a:t>основе</a:t>
            </a:r>
            <a:r>
              <a:rPr dirty="0"/>
              <a:t> </a:t>
            </a:r>
            <a:r>
              <a:rPr dirty="0" err="1"/>
              <a:t>интересов</a:t>
            </a:r>
            <a:r>
              <a:rPr dirty="0"/>
              <a:t>, </a:t>
            </a:r>
            <a:r>
              <a:rPr dirty="0" err="1"/>
              <a:t>бюджета</a:t>
            </a:r>
            <a:r>
              <a:rPr dirty="0"/>
              <a:t> и </a:t>
            </a:r>
            <a:r>
              <a:rPr dirty="0" err="1"/>
              <a:t>времени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.</a:t>
            </a:r>
            <a:endParaRPr lang="ru-RU" dirty="0"/>
          </a:p>
          <a:p>
            <a:pPr marL="0" indent="0" algn="just">
              <a:lnSpc>
                <a:spcPct val="150000"/>
              </a:lnSpc>
              <a:buNone/>
            </a:pPr>
            <a:r>
              <a:rPr lang="ru-RU" i="1" dirty="0"/>
              <a:t>	Целью</a:t>
            </a:r>
            <a:r>
              <a:rPr lang="ru-RU" dirty="0"/>
              <a:t> проекта является разработка программного продукта для быстрого и удобного планирования путешествий.</a:t>
            </a:r>
          </a:p>
          <a:p>
            <a:pPr>
              <a:lnSpc>
                <a:spcPct val="150000"/>
              </a:lnSpc>
            </a:pPr>
            <a:endParaRPr dirty="0"/>
          </a:p>
        </p:txBody>
      </p:sp>
      <p:pic>
        <p:nvPicPr>
          <p:cNvPr id="2050" name="Picture 2" descr="Расходы, которые забывают учесть туристы при планировании путешествия">
            <a:extLst>
              <a:ext uri="{FF2B5EF4-FFF2-40B4-BE49-F238E27FC236}">
                <a16:creationId xmlns:a16="http://schemas.microsoft.com/office/drawing/2014/main" id="{BFB51CE3-286A-4071-A9C1-6D84DCEFC6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1208" y="2643672"/>
            <a:ext cx="4129936" cy="2693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Решение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982" y="1766786"/>
            <a:ext cx="4789328" cy="50072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	Готовый программный продукт должен решать следующие задачи:</a:t>
            </a:r>
          </a:p>
          <a:p>
            <a:pPr marL="857256" lvl="1" indent="-457200">
              <a:buFont typeface="+mj-lt"/>
              <a:buAutoNum type="arabicPeriod"/>
            </a:pPr>
            <a:r>
              <a:rPr dirty="0"/>
              <a:t>AI-</a:t>
            </a:r>
            <a:r>
              <a:rPr dirty="0" err="1"/>
              <a:t>генерация</a:t>
            </a:r>
            <a:r>
              <a:rPr dirty="0"/>
              <a:t> </a:t>
            </a:r>
            <a:r>
              <a:rPr dirty="0" err="1"/>
              <a:t>маршрутов</a:t>
            </a:r>
            <a:r>
              <a:rPr lang="en-US" dirty="0"/>
              <a:t>.</a:t>
            </a:r>
            <a:endParaRPr lang="ru-RU" dirty="0"/>
          </a:p>
          <a:p>
            <a:pPr marL="857256" lvl="1" indent="-457200">
              <a:buFont typeface="+mj-lt"/>
              <a:buAutoNum type="arabicPeriod"/>
            </a:pPr>
            <a:r>
              <a:rPr dirty="0" err="1"/>
              <a:t>Интеграция</a:t>
            </a:r>
            <a:r>
              <a:rPr dirty="0"/>
              <a:t> с </a:t>
            </a:r>
            <a:r>
              <a:rPr dirty="0" err="1"/>
              <a:t>картами</a:t>
            </a:r>
            <a:r>
              <a:rPr dirty="0"/>
              <a:t> и </a:t>
            </a:r>
            <a:r>
              <a:rPr dirty="0" err="1"/>
              <a:t>билетами</a:t>
            </a:r>
            <a:r>
              <a:rPr lang="en-US" dirty="0"/>
              <a:t>.</a:t>
            </a:r>
            <a:endParaRPr lang="ru-RU" dirty="0"/>
          </a:p>
          <a:p>
            <a:pPr marL="857256" lvl="1" indent="-457200">
              <a:buFont typeface="+mj-lt"/>
              <a:buAutoNum type="arabicPeriod"/>
            </a:pPr>
            <a:r>
              <a:rPr dirty="0" err="1"/>
              <a:t>Персонализация</a:t>
            </a:r>
            <a:r>
              <a:rPr lang="en-US" dirty="0"/>
              <a:t>.</a:t>
            </a:r>
            <a:endParaRPr lang="ru-RU" dirty="0"/>
          </a:p>
          <a:p>
            <a:pPr marL="857256" lvl="1" indent="-457200">
              <a:buFont typeface="+mj-lt"/>
              <a:buAutoNum type="arabicPeriod"/>
            </a:pPr>
            <a:r>
              <a:rPr dirty="0" err="1"/>
              <a:t>Готовый</a:t>
            </a:r>
            <a:r>
              <a:rPr dirty="0"/>
              <a:t> </a:t>
            </a:r>
            <a:r>
              <a:rPr dirty="0" err="1"/>
              <a:t>план</a:t>
            </a:r>
            <a:r>
              <a:rPr dirty="0"/>
              <a:t> </a:t>
            </a:r>
            <a:r>
              <a:rPr dirty="0" err="1"/>
              <a:t>за</a:t>
            </a:r>
            <a:r>
              <a:rPr dirty="0"/>
              <a:t> 1 </a:t>
            </a:r>
            <a:r>
              <a:rPr dirty="0" err="1"/>
              <a:t>минуту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3074" name="Picture 2" descr="What is AI (artificial intelligence)? | Live Science">
            <a:extLst>
              <a:ext uri="{FF2B5EF4-FFF2-40B4-BE49-F238E27FC236}">
                <a16:creationId xmlns:a16="http://schemas.microsoft.com/office/drawing/2014/main" id="{482A30D9-919E-4765-8D4C-7ABF3F3FAF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23413" y="2076232"/>
            <a:ext cx="3977605" cy="2237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Конкурентные преимущества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6998" y="2052925"/>
            <a:ext cx="4590275" cy="419548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По сравнению  с конкурентами наше программное решение имеет ряд преимуществ: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dirty="0" err="1"/>
              <a:t>Использование</a:t>
            </a:r>
            <a:r>
              <a:rPr dirty="0"/>
              <a:t> AI</a:t>
            </a:r>
            <a:r>
              <a:rPr lang="en-US" dirty="0"/>
              <a:t>.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 err="1"/>
              <a:t>Быстрота</a:t>
            </a:r>
            <a:r>
              <a:rPr lang="en-US" dirty="0"/>
              <a:t>.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 err="1"/>
              <a:t>Удобный</a:t>
            </a:r>
            <a:r>
              <a:rPr dirty="0"/>
              <a:t> </a:t>
            </a:r>
            <a:r>
              <a:rPr dirty="0" err="1"/>
              <a:t>интерфейс</a:t>
            </a:r>
            <a:r>
              <a:rPr lang="en-US" dirty="0"/>
              <a:t>.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 err="1"/>
              <a:t>Экономия</a:t>
            </a:r>
            <a:r>
              <a:rPr dirty="0"/>
              <a:t> </a:t>
            </a:r>
            <a:r>
              <a:rPr dirty="0" err="1"/>
              <a:t>времени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4098" name="Picture 2" descr="What is an User Interface? - Smartpedia - t2informatik">
            <a:extLst>
              <a:ext uri="{FF2B5EF4-FFF2-40B4-BE49-F238E27FC236}">
                <a16:creationId xmlns:a16="http://schemas.microsoft.com/office/drawing/2014/main" id="{D91A3177-6DDD-4E68-9931-4D9E969585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9070" y="2296206"/>
            <a:ext cx="4307932" cy="2866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Технологии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422" y="1642378"/>
            <a:ext cx="4067762" cy="419548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 рамках реализации проекта планируется использование следующих технологий:</a:t>
            </a:r>
            <a:endParaRPr lang="en-US" dirty="0"/>
          </a:p>
          <a:p>
            <a:pPr marL="514350" indent="-514350">
              <a:buFont typeface="+mj-lt"/>
              <a:buAutoNum type="arabicPeriod"/>
            </a:pPr>
            <a:r>
              <a:rPr dirty="0"/>
              <a:t>Backend: PHP (Laravel)</a:t>
            </a:r>
            <a:r>
              <a:rPr lang="ru-RU" dirty="0"/>
              <a:t>.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/>
              <a:t>Frontend: Vue.js</a:t>
            </a:r>
            <a:r>
              <a:rPr lang="ru-RU" dirty="0"/>
              <a:t>.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/>
              <a:t>БД: PostgreSQL</a:t>
            </a:r>
            <a:r>
              <a:rPr lang="ru-RU" dirty="0"/>
              <a:t>.</a:t>
            </a:r>
            <a:endParaRPr dirty="0"/>
          </a:p>
          <a:p>
            <a:pPr marL="514350" indent="-514350">
              <a:buFont typeface="+mj-lt"/>
              <a:buAutoNum type="arabicPeriod"/>
            </a:pPr>
            <a:r>
              <a:rPr dirty="0"/>
              <a:t>Redis</a:t>
            </a:r>
            <a:r>
              <a:rPr lang="ru-RU" dirty="0"/>
              <a:t>.</a:t>
            </a:r>
            <a:r>
              <a:rPr dirty="0"/>
              <a:t> </a:t>
            </a:r>
            <a:endParaRPr lang="ru-RU" dirty="0"/>
          </a:p>
          <a:p>
            <a:pPr marL="514350" indent="-514350">
              <a:buFont typeface="+mj-lt"/>
              <a:buAutoNum type="arabicPeriod"/>
            </a:pPr>
            <a:r>
              <a:rPr dirty="0"/>
              <a:t>Docker</a:t>
            </a:r>
            <a:r>
              <a:rPr lang="ru-RU" dirty="0"/>
              <a:t>.</a:t>
            </a:r>
            <a:endParaRPr dirty="0"/>
          </a:p>
        </p:txBody>
      </p:sp>
      <p:pic>
        <p:nvPicPr>
          <p:cNvPr id="5122" name="Picture 2" descr="PHP — Википедия">
            <a:extLst>
              <a:ext uri="{FF2B5EF4-FFF2-40B4-BE49-F238E27FC236}">
                <a16:creationId xmlns:a16="http://schemas.microsoft.com/office/drawing/2014/main" id="{9F2321DA-1720-4225-8B11-6836BE1116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9629" y="2277034"/>
            <a:ext cx="4265938" cy="2926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9FDDBD-7747-46A5-AC52-BD34623D4C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1396" y="3052850"/>
            <a:ext cx="7055380" cy="1400530"/>
          </a:xfrm>
        </p:spPr>
        <p:txBody>
          <a:bodyPr/>
          <a:lstStyle/>
          <a:p>
            <a:pPr algn="ctr"/>
            <a:r>
              <a:rPr lang="ru-RU" dirty="0"/>
              <a:t>Спасибо за внимание!</a:t>
            </a:r>
          </a:p>
        </p:txBody>
      </p:sp>
    </p:spTree>
    <p:extLst>
      <p:ext uri="{BB962C8B-B14F-4D97-AF65-F5344CB8AC3E}">
        <p14:creationId xmlns:p14="http://schemas.microsoft.com/office/powerpoint/2010/main" val="24292291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</TotalTime>
  <Words>176</Words>
  <Application>Microsoft Office PowerPoint</Application>
  <PresentationFormat>Экран (4:3)</PresentationFormat>
  <Paragraphs>33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1" baseType="lpstr">
      <vt:lpstr>Arial</vt:lpstr>
      <vt:lpstr>Century Gothic</vt:lpstr>
      <vt:lpstr>Wingdings 3</vt:lpstr>
      <vt:lpstr>Ион</vt:lpstr>
      <vt:lpstr>Проект: SmartTravel Planner</vt:lpstr>
      <vt:lpstr>Проблема</vt:lpstr>
      <vt:lpstr>Суть идеи</vt:lpstr>
      <vt:lpstr>Решение</vt:lpstr>
      <vt:lpstr>Конкурентные преимущества</vt:lpstr>
      <vt:lpstr>Технологии</vt:lpstr>
      <vt:lpstr>Спасибо за внимание!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Проект: SmartTravel Planner</dc:title>
  <dc:subject/>
  <dc:creator/>
  <cp:keywords/>
  <dc:description>generated using python-pptx</dc:description>
  <cp:lastModifiedBy>PR P.</cp:lastModifiedBy>
  <cp:revision>13</cp:revision>
  <dcterms:created xsi:type="dcterms:W3CDTF">2013-01-27T09:14:16Z</dcterms:created>
  <dcterms:modified xsi:type="dcterms:W3CDTF">2026-05-07T06:05:03Z</dcterms:modified>
  <cp:category/>
</cp:coreProperties>
</file>